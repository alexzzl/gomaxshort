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onstantia" panose="02030602050306030303" pitchFamily="18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770F1E3B-03C1-F6B2-6662-3A3EC298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>
            <a:extLst>
              <a:ext uri="{FF2B5EF4-FFF2-40B4-BE49-F238E27FC236}">
                <a16:creationId xmlns:a16="http://schemas.microsoft.com/office/drawing/2014/main" id="{BE03F415-DD2A-3755-DEC0-FFAE56454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>
            <a:extLst>
              <a:ext uri="{FF2B5EF4-FFF2-40B4-BE49-F238E27FC236}">
                <a16:creationId xmlns:a16="http://schemas.microsoft.com/office/drawing/2014/main" id="{C9E6BE1B-9B6E-5153-095B-5CAB0F4FC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441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C2D7309F-05C6-A342-B135-C7ECA3B4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>
            <a:extLst>
              <a:ext uri="{FF2B5EF4-FFF2-40B4-BE49-F238E27FC236}">
                <a16:creationId xmlns:a16="http://schemas.microsoft.com/office/drawing/2014/main" id="{69F51734-F632-FE61-886C-12735B052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4A095551-DF0D-F816-EE08-20BBC3536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660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t>GoMax Short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rPr lang="en-US" altLang="zh-CN" dirty="0"/>
              <a:t>MATICONE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8229600" cy="128527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25,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GoMax Short.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GoMax Team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25,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Updated with actual application screenshots and navigation flow.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GoMax Team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Navigation Flow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Language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GoMax Short is a Samsung TV short drama streaming application</a:t>
            </a:r>
          </a:p>
          <a:p>
            <a:r>
              <a:rPr sz="1800" b="0">
                <a:solidFill>
                  <a:srgbClr val="222222"/>
                </a:solidFill>
              </a:rPr>
              <a:t>for browsing and watching free short drama series.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Home -&gt; Detail -&gt; Player</a:t>
            </a:r>
          </a:p>
          <a:p>
            <a:r>
              <a:rPr sz="1800" b="0">
                <a:solidFill>
                  <a:srgbClr val="222222"/>
                </a:solidFill>
              </a:rPr>
              <a:t>Discover -&gt; Detail -&gt;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Home: featured banner, popular dramas, and quick access cards</a:t>
            </a:r>
          </a:p>
          <a:p>
            <a:r>
              <a:rPr sz="1800" b="0">
                <a:solidFill>
                  <a:srgbClr val="222222"/>
                </a:solidFill>
              </a:rPr>
              <a:t>- Discover: category browsing, trending content, and new releases</a:t>
            </a:r>
          </a:p>
          <a:p>
            <a:r>
              <a:rPr sz="1800" b="0">
                <a:solidFill>
                  <a:srgbClr val="222222"/>
                </a:solidFill>
              </a:rPr>
              <a:t>- Detail: drama information, episode list, and related content</a:t>
            </a:r>
          </a:p>
          <a:p>
            <a:r>
              <a:rPr sz="1800" b="0">
                <a:solidFill>
                  <a:srgbClr val="222222"/>
                </a:solidFill>
              </a:rPr>
              <a:t>- Player: video playback with episode navigation</a:t>
            </a:r>
          </a:p>
          <a:p>
            <a:r>
              <a:rPr sz="1800" b="0">
                <a:solidFill>
                  <a:srgbClr val="222222"/>
                </a:solidFill>
              </a:rPr>
              <a:t>- My List: watch history and favorites</a:t>
            </a:r>
          </a:p>
          <a:p>
            <a:r>
              <a:rPr sz="1800" b="0">
                <a:solidFill>
                  <a:srgbClr val="222222"/>
                </a:solidFill>
              </a:rPr>
              <a:t>- Categories: browse by drama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737360" y="1737360"/>
            <a:ext cx="15544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&lt;-&gt;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931920" y="1737360"/>
            <a:ext cx="17830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11880" y="2514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71800" y="2926080"/>
            <a:ext cx="1645920" cy="640080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0" y="3611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88920" y="3977639"/>
            <a:ext cx="2011680" cy="685800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" y="1828800"/>
            <a:ext cx="6492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Home, Discover</a:t>
            </a:r>
          </a:p>
          <a:p>
            <a:r>
              <a:rPr sz="2000" b="0">
                <a:solidFill>
                  <a:srgbClr val="222222"/>
                </a:solidFill>
              </a:rPr>
              <a:t>Depth 2 : Selected drama detail page</a:t>
            </a:r>
          </a:p>
          <a:p>
            <a:r>
              <a:rPr sz="2000" b="0">
                <a:solidFill>
                  <a:srgbClr val="222222"/>
                </a:solidFill>
              </a:rPr>
              <a:t>Depth 3 : Episode playback page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Header navigation bar</a:t>
            </a:r>
          </a:p>
          <a:p>
            <a:r>
              <a:rPr sz="2000" b="0">
                <a:solidFill>
                  <a:srgbClr val="222222"/>
                </a:solidFill>
              </a:rPr>
              <a:t>- Focus highlight for remote-control navigation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Episode list on Detail page</a:t>
            </a:r>
          </a:p>
          <a:p>
            <a:r>
              <a:rPr sz="2000" b="0">
                <a:solidFill>
                  <a:srgbClr val="222222"/>
                </a:solidFill>
              </a:rPr>
              <a:t>- Video area and episode list on Player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and watch short dramas.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Navigate between Home, Discover, My List, and Categories with directional keys.</a:t>
            </a:r>
          </a:p>
          <a:p>
            <a:r>
              <a:rPr sz="1800" b="0">
                <a:solidFill>
                  <a:srgbClr val="222222"/>
                </a:solidFill>
              </a:rPr>
              <a:t>2. Browse featured dramas on Home or explore categories in Discover.</a:t>
            </a:r>
          </a:p>
          <a:p>
            <a:r>
              <a:rPr sz="1800" b="0">
                <a:solidFill>
                  <a:srgbClr val="222222"/>
                </a:solidFill>
              </a:rPr>
              <a:t>3. Select a drama card with the Enter key to view details.</a:t>
            </a:r>
          </a:p>
          <a:p>
            <a:r>
              <a:rPr sz="1800" b="0">
                <a:solidFill>
                  <a:srgbClr val="222222"/>
                </a:solidFill>
              </a:rPr>
              <a:t>4. Review drama information, synopsis, and episode list on Detail screen.</a:t>
            </a:r>
          </a:p>
          <a:p>
            <a:r>
              <a:rPr sz="1800" b="0">
                <a:solidFill>
                  <a:srgbClr val="222222"/>
                </a:solidFill>
              </a:rPr>
              <a:t>5. Select Play button or choose a specific episode to start watching.</a:t>
            </a:r>
          </a:p>
          <a:p>
            <a:r>
              <a:rPr sz="1800" b="0">
                <a:solidFill>
                  <a:srgbClr val="222222"/>
                </a:solidFill>
              </a:rPr>
              <a:t>6. Control playback with remote: play/pause, seek, next/previous episode.</a:t>
            </a:r>
          </a:p>
          <a:p>
            <a:r>
              <a:rPr sz="1800" b="0">
                <a:solidFill>
                  <a:srgbClr val="222222"/>
                </a:solidFill>
              </a:rPr>
              <a:t>7. Press Return to navigate back or access episode list.</a:t>
            </a:r>
          </a:p>
          <a:p>
            <a:r>
              <a:rPr sz="1800" b="0">
                <a:solidFill>
                  <a:srgbClr val="222222"/>
                </a:solidFill>
              </a:rPr>
              <a:t>8. Add dramas to favorites or view watch history in My List.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sign-in, activation, or purchase is required - all content is free!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Use Case Title: Navigate through main application screens</a:t>
            </a:r>
            <a:endParaRPr sz="24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Path 1: Home -&gt; Browse featured content</a:t>
            </a:r>
          </a:p>
          <a:p>
            <a:r>
              <a:rPr sz="1800" b="0">
                <a:solidFill>
                  <a:srgbClr val="222222"/>
                </a:solidFill>
              </a:rPr>
              <a:t>Path 2: Discover -&gt; Explore categories and trending content</a:t>
            </a:r>
          </a:p>
          <a:p>
            <a:r>
              <a:rPr sz="1800" b="0">
                <a:solidFill>
                  <a:srgbClr val="222222"/>
                </a:solidFill>
              </a:rPr>
              <a:t>Path 3: My List -&gt; View watch history and favorites</a:t>
            </a:r>
          </a:p>
          <a:p>
            <a:r>
              <a:rPr sz="1800" b="0">
                <a:solidFill>
                  <a:srgbClr val="222222"/>
                </a:solidFill>
              </a:rPr>
              <a:t>Path 4: Categories -&gt; Browse dramas by genre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>
                <a:solidFill>
                  <a:srgbClr val="222222"/>
                </a:solidFill>
              </a:rPr>
              <a:t>- The app follows Samsung TV navigation patterns.</a:t>
            </a:r>
          </a:p>
          <a:p>
            <a:r>
              <a:rPr sz="1800" b="0">
                <a:solidFill>
                  <a:srgbClr val="222222"/>
                </a:solidFill>
              </a:rPr>
              <a:t>- All content is completely free to watch.</a:t>
            </a:r>
          </a:p>
          <a:p>
            <a:r>
              <a:rPr sz="1800" b="0">
                <a:solidFill>
                  <a:srgbClr val="222222"/>
                </a:solidFill>
              </a:rPr>
              <a:t>- No account registration or payment required.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C1608E7B-4EEA-42A2-DF24-CB255C02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 descr="10-navigation-flow-collage.jpg">
            <a:extLst>
              <a:ext uri="{FF2B5EF4-FFF2-40B4-BE49-F238E27FC236}">
                <a16:creationId xmlns:a16="http://schemas.microsoft.com/office/drawing/2014/main" id="{E794A213-AC14-0562-8EBD-B18126F2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98" y="1431499"/>
            <a:ext cx="6873159" cy="392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0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rPr dirty="0"/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Home: features hero banner, featured dramas, and quick access cards.</a:t>
            </a:r>
          </a:p>
          <a:p>
            <a:r>
              <a:rPr sz="1800" b="0">
                <a:solidFill>
                  <a:srgbClr val="222222"/>
                </a:solidFill>
              </a:rPr>
              <a:t>Discover: displays category browsing, trending content, and new releases.</a:t>
            </a:r>
          </a:p>
          <a:p>
            <a:r>
              <a:rPr sz="1800" b="0">
                <a:solidFill>
                  <a:srgbClr val="222222"/>
                </a:solidFill>
              </a:rPr>
              <a:t>Detail: shows drama poster, synopsis, episode grid, and related content.</a:t>
            </a:r>
          </a:p>
          <a:p>
            <a:r>
              <a:rPr sz="1800" b="0">
                <a:solidFill>
                  <a:srgbClr val="222222"/>
                </a:solidFill>
              </a:rPr>
              <a:t>Player: full-screen video with episode sidebar and playback controls.</a:t>
            </a:r>
          </a:p>
          <a:p>
            <a:r>
              <a:rPr sz="1800" b="0">
                <a:solidFill>
                  <a:srgbClr val="222222"/>
                </a:solidFill>
              </a:rPr>
              <a:t>My List: watch history and favorite dramas collection.</a:t>
            </a:r>
          </a:p>
          <a:p>
            <a:r>
              <a:rPr sz="1800" b="0">
                <a:solidFill>
                  <a:srgbClr val="222222"/>
                </a:solidFill>
              </a:rPr>
              <a:t>Categories: browse dramas by genre and type.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All content is completely free - no subscriptions or payments required!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6855BDB9-30CF-EC80-EB17-FA83DE1E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94" descr="09-menu-function-collage.jpg">
            <a:extLst>
              <a:ext uri="{FF2B5EF4-FFF2-40B4-BE49-F238E27FC236}">
                <a16:creationId xmlns:a16="http://schemas.microsoft.com/office/drawing/2014/main" id="{522B4CD9-ACAB-30D0-4DC2-907399AA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38535"/>
            <a:ext cx="806489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5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The current release follows Samsung TV remote control patterns.</a:t>
            </a:r>
            <a:endParaRPr sz="22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 page: Navigate between main sections and featured content.</a:t>
            </a:r>
          </a:p>
          <a:p>
            <a:r>
              <a:rPr sz="1800" b="0">
                <a:solidFill>
                  <a:srgbClr val="222222"/>
                </a:solidFill>
              </a:rPr>
              <a:t>Discover / Detail / Player pages: Return navigates to the previous screen.</a:t>
            </a:r>
          </a:p>
          <a:p>
            <a:r>
              <a:rPr sz="1800" b="0">
                <a:solidFill>
                  <a:srgbClr val="222222"/>
                </a:solidFill>
              </a:rPr>
              <a:t>Player controls: Dedicated media keys control playback functions.</a:t>
            </a:r>
          </a:p>
          <a:p>
            <a:r>
              <a:rPr sz="1800" b="0">
                <a:solidFill>
                  <a:srgbClr val="222222"/>
                </a:solidFill>
              </a:rPr>
              <a:t>Navigation: Directional keys move focus between interactive elements.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episode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Navigate between sections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Navigate within rows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RETURN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the previous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back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Control video playback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Media control functions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FF / RW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Seek forward/backward 10 seconds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Quick navigation in video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Platform default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/ CHANNEL / NUMBER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RETURN/EXIT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case of Game App, if game is terminated, the exit popup should be displayed.</a:t>
                      </a:r>
                      <a:endParaRPr sz="1100" b="1" i="0" u="none" strike="noStrike" cap="none">
                        <a:solidFill>
                          <a:srgbClr val="FF0000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Samsung Mandatory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How to Change Languages</a:t>
            </a:r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8219250" cy="108120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9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150"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Contents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0">
                <a:tc>
                  <a:txBody>
                    <a:bodyPr/>
                    <a:lstStyle/>
                    <a:p>
                      <a:r>
                        <a:rPr sz="1200" b="0"/>
                        <a:t>Language support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This version supports English only. No in-app language change menu is provided.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全屏显示(4:3)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Century Gothic</vt:lpstr>
      <vt:lpstr>Constantia</vt:lpstr>
      <vt:lpstr>Calibri</vt:lpstr>
      <vt:lpstr>Arial</vt:lpstr>
      <vt:lpstr>Noto Sans Symbols</vt:lpstr>
      <vt:lpstr>흐름</vt:lpstr>
      <vt:lpstr>흐름</vt:lpstr>
      <vt:lpstr>GoMax Short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PowerPoint 演示文稿</vt:lpstr>
      <vt:lpstr>Menu &amp; Function Description</vt:lpstr>
      <vt:lpstr>PowerPoint 演示文稿</vt:lpstr>
      <vt:lpstr>Key Policy</vt:lpstr>
      <vt:lpstr>How to Change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2</cp:revision>
  <dcterms:modified xsi:type="dcterms:W3CDTF">2026-03-25T08:21:08Z</dcterms:modified>
</cp:coreProperties>
</file>